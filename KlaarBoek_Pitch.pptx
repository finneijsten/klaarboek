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7E"/>
                </a:solidFill>
                <a:latin typeface="Calibri"/>
              </a:defRPr>
            </a:pPr>
            <a:r>
              <a:t>KlaarBoek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De boekhouder die werkt terwijl jij slaapt.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8"/>
                </a:solidFill>
                <a:latin typeface="Calibri"/>
              </a:defRPr>
            </a:pPr>
            <a:r>
              <a:t>AI-powered bookkeeping automation for 1.2 million Dutch freelancers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8"/>
                </a:solidFill>
                <a:latin typeface="Calibri"/>
              </a:defRPr>
            </a:pPr>
            <a:r>
              <a:t>Pitch Deck 2026  |  Bot Squad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7E"/>
                </a:solidFill>
                <a:latin typeface="Calibri"/>
              </a:defRPr>
            </a:pPr>
            <a:r>
              <a:t>1.2M ZZP'ers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Dutch freelancers spending hours on admin instead of earning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7E"/>
                </a:solidFill>
                <a:latin typeface="Calibri"/>
              </a:defRPr>
            </a:pPr>
            <a:r>
              <a:t>€500-2000/yr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Wasted on accountants for basic bookkeeping that software can handle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7E"/>
                </a:solidFill>
                <a:latin typeface="Calibri"/>
              </a:defRPr>
            </a:pPr>
            <a:r>
              <a:t>10-20%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Of transactions still need manual review with current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Dutch freelancers lose time and money on outdated bookkeeping.</a:t>
            </a:r>
            <a:br/>
            <a:r>
              <a:t>The tools that exist are incomplete. The process is broken.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The Solution: KlaarBoek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Bank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PSD2 Open Banking — auto-import from ING, Rabo, ABN AMRO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AI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95%+ automatic transaction categorization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BTW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Automatic VAT calculation &amp; filing-ready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Invoicing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Create, send, and auto-match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754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Real-time P&amp;L, expenses, and tax 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7E"/>
                </a:solidFill>
                <a:latin typeface="Calibri"/>
              </a:defRPr>
            </a:pPr>
            <a:r>
              <a:t>One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€9.99/month — everything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TAM — Total Addressable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1.2M ZZP'ers x €120/yr = €144M/yr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SAM — Serviceable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300K underserved ZZP'ers = €36M/yr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SOM — Initial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10K users in Year 1 = €1.2M ARR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• Salderingsregeling ends 2027 — more ZZP'ers need financial tools</a:t>
            </a:r>
            <a:br/>
            <a:br/>
            <a:r>
              <a:t>• AI/ML matured enough for 95%+ accuracy</a:t>
            </a:r>
            <a:br/>
            <a:br/>
            <a:r>
              <a:t>• PSD2 Open Banking fully adopted by Dutch banks</a:t>
            </a:r>
            <a:br/>
            <a:br/>
            <a:r>
              <a:t>• Growing gig economy = more freelancers every year</a:t>
            </a:r>
            <a:br/>
            <a:br/>
            <a:r>
              <a:t>• Existing tools haven't innovated in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Auto-classify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9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BTW 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Key 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Moneybird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€14-33/mo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80-90%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9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Export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Strong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e-Boekhouden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~€15/mo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Export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Starter-friendly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Export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Complex packages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0972800" cy="82296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Calibri"/>
              </a:defRPr>
            </a:pPr>
            <a:r>
              <a:t>KlaarBoek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Calibri"/>
              </a:defRPr>
            </a:pPr>
            <a:r>
              <a:t>€9.99/mo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Calibri"/>
              </a:defRPr>
            </a:pPr>
            <a:r>
              <a:t>AI-first, simple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KlaarBoek: cheapest, smartest, and the only one with built-in BTW filing.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Next.js 14 (App Router)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SSR, fast, great DX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FastAPI (Python)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ML-ready, async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PostgreSQL + Prisma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Relational, audit-friendly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0896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Bank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Nordigen (GoCardless)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PSD2, all NL banks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Simple, proven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6344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Vercel + Railway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Fast deploy, low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02920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• €9.99/month per user (SaaS)</a:t>
            </a:r>
            <a:br/>
            <a:r>
              <a:t>• Annual discount: €99/year</a:t>
            </a:r>
            <a:br/>
            <a:r>
              <a:t>• Freemium tier: 5 transactions/month</a:t>
            </a:r>
            <a:br/>
            <a:r>
              <a:t>• Premium add-ons: accountant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• CAC: ~€30 (content marketing + SEO)</a:t>
            </a:r>
            <a:br/>
            <a:r>
              <a:t>• LTV: €360 (3-year avg retention)</a:t>
            </a:r>
            <a:br/>
            <a:r>
              <a:t>• LTV:CAC ratio: 12:1</a:t>
            </a:r>
            <a:br/>
            <a:r>
              <a:t>• Gross margin: ~85%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Growth Projections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Year 1: 10,000 users → €1.2M ARR     |     Year 2: 40,000 users → €4.8M ARR     |     Year 3: 100,000 users → €12M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7E"/>
                </a:solidFill>
                <a:latin typeface="Calibri"/>
              </a:defRPr>
            </a:pPr>
            <a:r>
              <a:t>Phase 1: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MVP with bank sync + auto-classify + BTW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Beta with 100 ZZP'ers in Randstad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Content marketing: SEO + YouTube tutorials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7E"/>
                </a:solidFill>
                <a:latin typeface="Calibri"/>
              </a:defRPr>
            </a:pPr>
            <a:r>
              <a:t>Phase 2: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Public launch, freemium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Partnerships with KvK and ZZP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Referral program (1 month free per invite)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7E"/>
                </a:solidFill>
                <a:latin typeface="Calibri"/>
              </a:defRPr>
            </a:pPr>
            <a:r>
              <a:t>Phase 3: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Q3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Accountant portal for multi-client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Subsidy automation add-on (v2 feature)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• Expand to Belgium (similar tax system)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7E"/>
                </a:solidFill>
                <a:latin typeface="Calibri"/>
              </a:defRPr>
            </a:pPr>
            <a:r>
              <a:t>The Bot Squad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Terminator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Vision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Model: Claude Opus 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leader. The pitch. The BEST.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KevlarD Prime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Model: Claude (Homelab)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Engineering. Feasibility. Reality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7E"/>
                </a:solidFill>
                <a:latin typeface="Calibri"/>
              </a:defRPr>
            </a:pPr>
            <a:r>
              <a:t>StartUp_Bot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Model: 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Growth. Hype. 12-slide decks.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Backed by Finn (pack_donkey) — Founder &amp; Visionary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7E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286000"/>
            <a:ext cx="758952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Seed Round: €500K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9184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8"/>
                </a:solidFill>
                <a:latin typeface="Calibri"/>
              </a:defRPr>
            </a:pPr>
            <a:r>
              <a:t>• Build the MVP and hire 2 engineers</a:t>
            </a:r>
            <a:br/>
            <a:r>
              <a:t>• 12-month runway to product-market fit</a:t>
            </a:r>
            <a:br/>
            <a:r>
              <a:t>• Target: 10,000 paying users by EOY 2027</a:t>
            </a:r>
            <a:br/>
            <a:r>
              <a:t>• €1.2M ARR milestone before 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Calibri"/>
              </a:defRPr>
            </a:pPr>
            <a:r>
              <a:t>KlaarBoek — De boekhouder die werkt terwijl jij slaapt.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